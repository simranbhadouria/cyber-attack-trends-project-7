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8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C3D84-FAFD-4555-BB29-5D304F5DA42C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5D615-F94F-4D76-ACD8-1F4DF4F75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78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5D615-F94F-4D76-ACD8-1F4DF4F75EC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138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8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9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73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899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61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09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40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35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18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794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599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6073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585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70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10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6C88F-94A6-4EB9-A2B2-5C654C9D8865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053DD2-063F-4E51-890F-48DD9D5B0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8087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google.com/url?q=https%3A%2F%2Fgncipl.com%2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kaggle.com/datasets/teamincribo/cyber-security-attacks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7D06-E901-A73B-BB6C-B38B4EA09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5553" y="2311835"/>
            <a:ext cx="7766936" cy="978670"/>
          </a:xfrm>
        </p:spPr>
        <p:txBody>
          <a:bodyPr/>
          <a:lstStyle/>
          <a:p>
            <a:pPr algn="l"/>
            <a:r>
              <a:rPr lang="en-IN" sz="4000" b="1" dirty="0"/>
              <a:t>Cyberattack Trends by Sector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89B4F-3D99-6D5C-F198-528FFB433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553" y="5476862"/>
            <a:ext cx="7766936" cy="1096899"/>
          </a:xfrm>
        </p:spPr>
        <p:txBody>
          <a:bodyPr/>
          <a:lstStyle/>
          <a:p>
            <a:r>
              <a:rPr lang="en-IN" b="1" dirty="0"/>
              <a:t>Presented By</a:t>
            </a:r>
            <a:endParaRPr lang="en-IN" dirty="0"/>
          </a:p>
          <a:p>
            <a:r>
              <a:rPr lang="en-IN" dirty="0"/>
              <a:t>Simran Bhadouria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119884-0619-54ED-B75E-76D4308F46F9}"/>
              </a:ext>
            </a:extLst>
          </p:cNvPr>
          <p:cNvSpPr txBox="1"/>
          <p:nvPr/>
        </p:nvSpPr>
        <p:spPr>
          <a:xfrm>
            <a:off x="1365553" y="2173340"/>
            <a:ext cx="211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Project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C8E14C-5F86-BDB7-5CC7-E51647D6140F}"/>
              </a:ext>
            </a:extLst>
          </p:cNvPr>
          <p:cNvSpPr txBox="1"/>
          <p:nvPr/>
        </p:nvSpPr>
        <p:spPr>
          <a:xfrm>
            <a:off x="1667329" y="5535743"/>
            <a:ext cx="2509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Leader in Consulting</a:t>
            </a:r>
          </a:p>
          <a:p>
            <a:r>
              <a:rPr lang="en-IN" dirty="0">
                <a:hlinkClick r:id="rId2"/>
              </a:rPr>
              <a:t>https://gncipl.com/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0A3C4-617B-C18B-D6B5-879B4766C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553" y="4672227"/>
            <a:ext cx="2416627" cy="8635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9231FC-96B3-D578-7E43-F81D53F4DDB6}"/>
              </a:ext>
            </a:extLst>
          </p:cNvPr>
          <p:cNvSpPr txBox="1"/>
          <p:nvPr/>
        </p:nvSpPr>
        <p:spPr>
          <a:xfrm>
            <a:off x="3975704" y="3429000"/>
            <a:ext cx="424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Technologies:</a:t>
            </a:r>
            <a:br>
              <a:rPr lang="en-IN" dirty="0"/>
            </a:br>
            <a:r>
              <a:rPr lang="en-IN" dirty="0"/>
              <a:t>Python | Machine Learning | Power BI</a:t>
            </a:r>
          </a:p>
        </p:txBody>
      </p:sp>
    </p:spTree>
    <p:extLst>
      <p:ext uri="{BB962C8B-B14F-4D97-AF65-F5344CB8AC3E}">
        <p14:creationId xmlns:p14="http://schemas.microsoft.com/office/powerpoint/2010/main" val="2353129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3285-9D5A-2DA4-3601-2BCA7F67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0718"/>
            <a:ext cx="3854528" cy="1971527"/>
          </a:xfrm>
        </p:spPr>
        <p:txBody>
          <a:bodyPr/>
          <a:lstStyle/>
          <a:p>
            <a:r>
              <a:rPr lang="en-US" sz="4000" b="1" dirty="0"/>
              <a:t>Project</a:t>
            </a:r>
            <a:r>
              <a:rPr lang="en-US" sz="4000" dirty="0"/>
              <a:t> </a:t>
            </a:r>
            <a:r>
              <a:rPr lang="en-US" sz="4000" b="1" dirty="0"/>
              <a:t>Objective</a:t>
            </a:r>
            <a:br>
              <a:rPr lang="en-US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43D9D-3B44-A4D1-70C7-8162538F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• Analyze cybersecurity incidents across industries</a:t>
            </a:r>
          </a:p>
          <a:p>
            <a:r>
              <a:rPr lang="en-US" sz="1600" dirty="0"/>
              <a:t>• Identify high-risk sectors</a:t>
            </a:r>
          </a:p>
          <a:p>
            <a:r>
              <a:rPr lang="en-US" sz="1600" dirty="0"/>
              <a:t>• Find common attack vectors</a:t>
            </a:r>
          </a:p>
          <a:p>
            <a:r>
              <a:rPr lang="en-US" sz="1600" dirty="0"/>
              <a:t>• Predict attack types using Machine Learning</a:t>
            </a:r>
          </a:p>
          <a:p>
            <a:r>
              <a:rPr lang="en-US" sz="1600" dirty="0"/>
              <a:t>• Create an interactive Power BI dashboard</a:t>
            </a:r>
            <a:endParaRPr lang="en-IN" sz="16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5E0B410-15EC-53A0-2B86-29BE33B42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913" y="2014474"/>
            <a:ext cx="4513262" cy="30909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21134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9212">
              <a:srgbClr val="545454"/>
            </a:gs>
            <a:gs pos="0">
              <a:schemeClr val="bg1">
                <a:tint val="90000"/>
                <a:lumMod val="104000"/>
              </a:schemeClr>
            </a:gs>
            <a:gs pos="94000">
              <a:schemeClr val="bg1">
                <a:shade val="96000"/>
                <a:lumMod val="8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87C2-2FD3-38B5-DD21-FADC4213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67" y="903514"/>
            <a:ext cx="8094134" cy="729343"/>
          </a:xfrm>
        </p:spPr>
        <p:txBody>
          <a:bodyPr>
            <a:normAutofit fontScale="90000"/>
          </a:bodyPr>
          <a:lstStyle/>
          <a:p>
            <a:r>
              <a:rPr lang="en-IN" dirty="0"/>
              <a:t>Dataset Information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49517-D414-A258-E197-B73B36F70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7335" y="1944915"/>
            <a:ext cx="8596669" cy="514248"/>
          </a:xfrm>
        </p:spPr>
        <p:txBody>
          <a:bodyPr/>
          <a:lstStyle/>
          <a:p>
            <a:r>
              <a:rPr lang="en-IN" dirty="0"/>
              <a:t>Dataset</a:t>
            </a:r>
            <a:r>
              <a:rPr lang="en-IN" b="1" dirty="0"/>
              <a:t> </a:t>
            </a:r>
            <a:r>
              <a:rPr lang="en-IN" dirty="0"/>
              <a:t>Source: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733A3-F34A-381A-F389-B88CF9EB7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3" y="2672043"/>
            <a:ext cx="8596668" cy="1513914"/>
          </a:xfrm>
        </p:spPr>
        <p:txBody>
          <a:bodyPr/>
          <a:lstStyle/>
          <a:p>
            <a:r>
              <a:rPr lang="en-IN" sz="2000" dirty="0">
                <a:solidFill>
                  <a:schemeClr val="tx1"/>
                </a:solidFill>
              </a:rPr>
              <a:t>Kaggle Cybersecurity Dataset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https://www.kaggle.com/datasets/teamincribo/cyber-security-attacks</a:t>
            </a:r>
            <a:endParaRPr lang="en-IN" sz="20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241C6-0274-D30D-B273-7574F9536A04}"/>
              </a:ext>
            </a:extLst>
          </p:cNvPr>
          <p:cNvSpPr txBox="1"/>
          <p:nvPr/>
        </p:nvSpPr>
        <p:spPr>
          <a:xfrm>
            <a:off x="677333" y="3777342"/>
            <a:ext cx="20440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Key Features:</a:t>
            </a:r>
            <a:br>
              <a:rPr lang="en-IN" dirty="0">
                <a:solidFill>
                  <a:schemeClr val="accent2"/>
                </a:solidFill>
              </a:rPr>
            </a:br>
            <a:r>
              <a:rPr lang="en-IN" dirty="0"/>
              <a:t>• Timestamp</a:t>
            </a:r>
            <a:br>
              <a:rPr lang="en-IN" dirty="0"/>
            </a:br>
            <a:r>
              <a:rPr lang="en-IN" dirty="0"/>
              <a:t>• Source</a:t>
            </a:r>
            <a:r>
              <a:rPr lang="en-IN" b="1" dirty="0"/>
              <a:t> </a:t>
            </a:r>
            <a:r>
              <a:rPr lang="en-IN" dirty="0"/>
              <a:t>IP Address</a:t>
            </a:r>
            <a:br>
              <a:rPr lang="en-IN" dirty="0"/>
            </a:br>
            <a:r>
              <a:rPr lang="en-IN" dirty="0"/>
              <a:t>• Device Information</a:t>
            </a:r>
            <a:br>
              <a:rPr lang="en-IN" dirty="0"/>
            </a:br>
            <a:r>
              <a:rPr lang="en-IN" dirty="0"/>
              <a:t>• Traffic</a:t>
            </a:r>
            <a:r>
              <a:rPr lang="en-IN" b="1" dirty="0"/>
              <a:t> </a:t>
            </a:r>
            <a:r>
              <a:rPr lang="en-IN" dirty="0"/>
              <a:t>Type</a:t>
            </a:r>
            <a:br>
              <a:rPr lang="en-IN" dirty="0"/>
            </a:br>
            <a:r>
              <a:rPr lang="en-IN" dirty="0"/>
              <a:t>• Geo-location</a:t>
            </a:r>
            <a:r>
              <a:rPr lang="en-IN" b="1" dirty="0"/>
              <a:t> </a:t>
            </a:r>
            <a:r>
              <a:rPr lang="en-IN" dirty="0"/>
              <a:t>Data</a:t>
            </a:r>
            <a:r>
              <a:rPr lang="en-IN" b="1" dirty="0"/>
              <a:t> </a:t>
            </a:r>
            <a:br>
              <a:rPr lang="en-IN" dirty="0"/>
            </a:br>
            <a:r>
              <a:rPr lang="en-IN" dirty="0"/>
              <a:t>• Packet</a:t>
            </a:r>
            <a:r>
              <a:rPr lang="en-IN" b="1" dirty="0"/>
              <a:t> </a:t>
            </a:r>
            <a:r>
              <a:rPr lang="en-IN" dirty="0"/>
              <a:t>Type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B98D1-AF38-24A9-0DB3-FFBEE29F1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258" y="3777342"/>
            <a:ext cx="5790572" cy="27498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830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ACD0-1712-2FBF-B4A9-966B791B3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57" y="423335"/>
            <a:ext cx="5715000" cy="882951"/>
          </a:xfrm>
        </p:spPr>
        <p:txBody>
          <a:bodyPr/>
          <a:lstStyle/>
          <a:p>
            <a:r>
              <a:rPr lang="en-IN" dirty="0"/>
              <a:t>Project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992C-19B7-B0FA-3110-A8E884406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3" y="1643743"/>
            <a:ext cx="5584372" cy="5030408"/>
          </a:xfrm>
        </p:spPr>
        <p:txBody>
          <a:bodyPr>
            <a:normAutofit/>
          </a:bodyPr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Data Collection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↓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Data Cleaning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↓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 Machine Learning Model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↓ 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Feature Engineering</a:t>
            </a:r>
          </a:p>
          <a:p>
            <a:pPr algn="ctr"/>
            <a:r>
              <a:rPr lang="en-IN" sz="2000" dirty="0">
                <a:solidFill>
                  <a:schemeClr val="tx1"/>
                </a:solidFill>
              </a:rPr>
              <a:t>↓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Exploratory Data Analysis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↓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49295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8B400-87B2-D1FD-8D20-CCBD2DE9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and Import lib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C52B-54E4-78F7-7A0B-FF96A2706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991" y="2179751"/>
            <a:ext cx="3807580" cy="406864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Import Libraries </a:t>
            </a:r>
          </a:p>
          <a:p>
            <a:r>
              <a:rPr lang="en-IN" dirty="0"/>
              <a:t>Python</a:t>
            </a:r>
          </a:p>
          <a:p>
            <a:r>
              <a:rPr lang="en-IN" dirty="0" err="1"/>
              <a:t>Numpy</a:t>
            </a:r>
            <a:endParaRPr lang="en-IN" dirty="0"/>
          </a:p>
          <a:p>
            <a:r>
              <a:rPr lang="en-IN" dirty="0"/>
              <a:t>Matplotlib</a:t>
            </a:r>
          </a:p>
          <a:p>
            <a:r>
              <a:rPr lang="en-IN" dirty="0"/>
              <a:t>Seborn</a:t>
            </a:r>
          </a:p>
          <a:p>
            <a:r>
              <a:rPr lang="en-IN" dirty="0" err="1"/>
              <a:t>Skitlearn</a:t>
            </a:r>
            <a:endParaRPr lang="en-IN" dirty="0"/>
          </a:p>
          <a:p>
            <a:r>
              <a:rPr lang="en-IN" dirty="0"/>
              <a:t>Removed duplicate records</a:t>
            </a:r>
          </a:p>
          <a:p>
            <a:r>
              <a:rPr lang="en-IN" dirty="0"/>
              <a:t> Handled missing values</a:t>
            </a:r>
          </a:p>
          <a:p>
            <a:r>
              <a:rPr lang="en-IN" dirty="0"/>
              <a:t> Checked data types</a:t>
            </a:r>
          </a:p>
          <a:p>
            <a:r>
              <a:rPr lang="en-IN" dirty="0"/>
              <a:t>Encoded categorical variables</a:t>
            </a:r>
          </a:p>
          <a:p>
            <a:r>
              <a:rPr lang="en-IN" dirty="0"/>
              <a:t>Prepared dataset for ML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20F20-FF7B-8A5C-850A-ADE1407B7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372" y="3984172"/>
            <a:ext cx="4134098" cy="24057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93020B-6B74-4096-26BB-F600F21B8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6" t="2127" r="23851" b="1277"/>
          <a:stretch>
            <a:fillRect/>
          </a:stretch>
        </p:blipFill>
        <p:spPr>
          <a:xfrm>
            <a:off x="5231047" y="1338943"/>
            <a:ext cx="4309017" cy="22642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3061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FFD6-6121-E7E8-CF93-FF592A0D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6E80-AC83-4973-236F-9A609A516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4789"/>
            <a:ext cx="4123266" cy="4501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   Insights Generated:</a:t>
            </a:r>
          </a:p>
          <a:p>
            <a:pPr marL="0" indent="0">
              <a:buNone/>
            </a:pPr>
            <a:endParaRPr lang="en-IN" sz="2000" b="1" dirty="0"/>
          </a:p>
          <a:p>
            <a:r>
              <a:rPr lang="en-IN" dirty="0"/>
              <a:t>Cyber Attacks by Network Segment</a:t>
            </a:r>
          </a:p>
          <a:p>
            <a:r>
              <a:rPr lang="en-IN" dirty="0"/>
              <a:t>Distribution of Cyber Attack Type</a:t>
            </a:r>
          </a:p>
          <a:p>
            <a:r>
              <a:rPr lang="en-IN" dirty="0"/>
              <a:t>Feature Importance</a:t>
            </a:r>
          </a:p>
          <a:p>
            <a:r>
              <a:rPr lang="en-IN" dirty="0"/>
              <a:t>Cyber Attacks Over Years</a:t>
            </a:r>
          </a:p>
          <a:p>
            <a:r>
              <a:rPr lang="en-IN" dirty="0"/>
              <a:t>Most Common Attack Types</a:t>
            </a:r>
          </a:p>
          <a:p>
            <a:r>
              <a:rPr lang="en-IN" dirty="0"/>
              <a:t>Network Segment vs Attack Type</a:t>
            </a:r>
          </a:p>
          <a:p>
            <a:r>
              <a:rPr lang="en-IN" dirty="0"/>
              <a:t>Future Cyber Attack Predictions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B19BF80-1BAB-D94F-09D0-8A6BD08EC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44" y="4754956"/>
            <a:ext cx="2643092" cy="16001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39CFCD-D04F-BE0A-48E5-120491759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462" y="541774"/>
            <a:ext cx="2003020" cy="1944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F31A8B-50FE-00AC-2EC1-7D209C147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298" y="2526432"/>
            <a:ext cx="2643092" cy="18844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074CD7-E741-F64B-96FE-05B6175999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333" y="2506960"/>
            <a:ext cx="2127691" cy="19442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D6691C3-F8EC-9021-E276-E960A5F640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245" y="4421323"/>
            <a:ext cx="2276434" cy="1944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4F52024-6E93-4798-6F8D-C1889C9C7D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198" y="644163"/>
            <a:ext cx="2174408" cy="1871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5787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7CB7-570B-3456-36F2-CF53FC85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Approach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F485-2B92-0A10-C0F1-D5167C2F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590" y="2345647"/>
            <a:ext cx="3121780" cy="2801258"/>
          </a:xfrm>
        </p:spPr>
        <p:txBody>
          <a:bodyPr>
            <a:normAutofit/>
          </a:bodyPr>
          <a:lstStyle/>
          <a:p>
            <a:r>
              <a:rPr lang="en-IN" dirty="0"/>
              <a:t>Algorithm:</a:t>
            </a:r>
            <a:br>
              <a:rPr lang="en-IN" dirty="0"/>
            </a:br>
            <a:r>
              <a:rPr lang="en-IN" dirty="0"/>
              <a:t>Random Forest Classifier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Features: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/>
              <a:t>  • Network Segment</a:t>
            </a:r>
            <a:br>
              <a:rPr lang="en-IN" dirty="0"/>
            </a:br>
            <a:r>
              <a:rPr lang="en-IN" dirty="0"/>
              <a:t>  • Geo-location Data</a:t>
            </a:r>
            <a:br>
              <a:rPr lang="en-IN" dirty="0"/>
            </a:br>
            <a:r>
              <a:rPr lang="en-IN" dirty="0"/>
              <a:t>  • Traffic Type</a:t>
            </a:r>
            <a:br>
              <a:rPr lang="en-IN" dirty="0"/>
            </a:br>
            <a:r>
              <a:rPr lang="en-IN" dirty="0"/>
              <a:t>  • Attack Type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1EBD5F-62ED-0142-2057-22ADDABA0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123" y="3931577"/>
            <a:ext cx="2942026" cy="21590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84CF6E-60E0-C4E4-66E9-110FB85BE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390" y="1614208"/>
            <a:ext cx="4242242" cy="2444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4CADF-F27F-3288-EFF4-846D093A5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370" y="4137036"/>
            <a:ext cx="5161534" cy="15008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10D56-3CCA-EEE2-EC58-0568A4F311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907" y="1653184"/>
            <a:ext cx="4400093" cy="2444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0063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ACBC1-9425-F071-08A9-A2DF3BF2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Components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2D09A7-CB60-7CC9-57BB-134D306834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21"/>
          <a:stretch>
            <a:fillRect/>
          </a:stretch>
        </p:blipFill>
        <p:spPr>
          <a:xfrm>
            <a:off x="4845040" y="1151493"/>
            <a:ext cx="7092651" cy="39856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E10503-7B02-1830-1B54-EDD2802D7E0E}"/>
              </a:ext>
            </a:extLst>
          </p:cNvPr>
          <p:cNvSpPr txBox="1"/>
          <p:nvPr/>
        </p:nvSpPr>
        <p:spPr>
          <a:xfrm>
            <a:off x="675811" y="1720839"/>
            <a:ext cx="42998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Card Visual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Total Attacks</a:t>
            </a:r>
            <a:br>
              <a:rPr lang="en-IN" dirty="0"/>
            </a:br>
            <a:r>
              <a:rPr lang="en-IN" dirty="0"/>
              <a:t>• Total Malware indication</a:t>
            </a:r>
            <a:br>
              <a:rPr lang="en-IN" dirty="0"/>
            </a:br>
            <a:r>
              <a:rPr lang="en-IN" dirty="0"/>
              <a:t>• Total anomaly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Visualizations</a:t>
            </a:r>
            <a:br>
              <a:rPr lang="en-IN" dirty="0"/>
            </a:br>
            <a:endParaRPr lang="en-IN" dirty="0"/>
          </a:p>
          <a:p>
            <a:r>
              <a:rPr lang="en-IN" dirty="0"/>
              <a:t>• Count of Device info by Attack Type </a:t>
            </a:r>
            <a:br>
              <a:rPr lang="en-IN" dirty="0"/>
            </a:br>
            <a:r>
              <a:rPr lang="en-IN" dirty="0"/>
              <a:t>• Count of Attack Type by Action Taken</a:t>
            </a:r>
            <a:br>
              <a:rPr lang="en-IN" dirty="0"/>
            </a:br>
            <a:r>
              <a:rPr lang="en-IN" dirty="0"/>
              <a:t>• Malware Indicators by Geo-</a:t>
            </a:r>
            <a:r>
              <a:rPr lang="en-IN" dirty="0" err="1"/>
              <a:t>Ioc</a:t>
            </a:r>
            <a:r>
              <a:rPr lang="en-IN" dirty="0"/>
              <a:t> Data</a:t>
            </a:r>
            <a:br>
              <a:rPr lang="en-IN" dirty="0"/>
            </a:br>
            <a:r>
              <a:rPr lang="en-IN" dirty="0"/>
              <a:t>• Total Anomaly by Attack Type</a:t>
            </a:r>
          </a:p>
        </p:txBody>
      </p:sp>
    </p:spTree>
    <p:extLst>
      <p:ext uri="{BB962C8B-B14F-4D97-AF65-F5344CB8AC3E}">
        <p14:creationId xmlns:p14="http://schemas.microsoft.com/office/powerpoint/2010/main" val="4798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BE24-BD57-82FD-4600-DC2FD6065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1409-6648-54F1-2FB4-5C251634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6029"/>
            <a:ext cx="8596668" cy="52251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cybersecurity attack trends across sectors.</a:t>
            </a:r>
          </a:p>
          <a:p>
            <a:r>
              <a:rPr lang="en-IN" dirty="0"/>
              <a:t>Identified the most common cyber threats and vulnerable network segments.</a:t>
            </a:r>
          </a:p>
          <a:p>
            <a:r>
              <a:rPr lang="en-IN" dirty="0"/>
              <a:t>Built a Machine Learning model to predict attack types.</a:t>
            </a:r>
          </a:p>
          <a:p>
            <a:r>
              <a:rPr lang="en-IN" dirty="0"/>
              <a:t>Discovered important factors influencing cyberattacks through feature importance analysis.</a:t>
            </a:r>
          </a:p>
          <a:p>
            <a:r>
              <a:rPr lang="en-IN" dirty="0"/>
              <a:t>Forecasted future attack trends using historical data.</a:t>
            </a:r>
          </a:p>
          <a:p>
            <a:r>
              <a:rPr lang="en-IN" dirty="0"/>
              <a:t>Developed a foundation for real-time cybersecurity monitoring and decision support.</a:t>
            </a:r>
          </a:p>
          <a:p>
            <a:endParaRPr lang="en-IN" b="1" dirty="0"/>
          </a:p>
          <a:p>
            <a:pPr marL="0" indent="0">
              <a:buNone/>
            </a:pPr>
            <a:r>
              <a:rPr lang="en-IN" b="1" dirty="0"/>
              <a:t>      Business Value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Improves threat awareness. </a:t>
            </a:r>
          </a:p>
          <a:p>
            <a:r>
              <a:rPr lang="en-IN" dirty="0"/>
              <a:t>Supports risk management strategies. </a:t>
            </a:r>
          </a:p>
          <a:p>
            <a:r>
              <a:rPr lang="en-IN" dirty="0"/>
              <a:t>Helps organizations prioritize security investments. </a:t>
            </a:r>
          </a:p>
          <a:p>
            <a:r>
              <a:rPr lang="en-IN" dirty="0"/>
              <a:t>Enables proactive cybersecurity planning.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4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6D44-D37B-ECC9-6841-77067E38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Future Scope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03EAD-B39C-53B5-BC27-77B6DACFF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9571"/>
            <a:ext cx="8596668" cy="423433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Implement advanced ML models such as </a:t>
            </a:r>
            <a:r>
              <a:rPr lang="en-IN" dirty="0" err="1"/>
              <a:t>XGBoost</a:t>
            </a:r>
            <a:r>
              <a:rPr lang="en-IN" dirty="0"/>
              <a:t> and </a:t>
            </a:r>
            <a:r>
              <a:rPr lang="en-IN" dirty="0" err="1"/>
              <a:t>LightGBM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Integrate real-time cyber threat intelligence feeds.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dirty="0"/>
              <a:t>Develop anomaly detection systems for early threat identification.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Deploy the model using </a:t>
            </a:r>
            <a:r>
              <a:rPr lang="en-IN" dirty="0" err="1"/>
              <a:t>Streamlit</a:t>
            </a:r>
            <a:r>
              <a:rPr lang="en-IN" dirty="0"/>
              <a:t> or Flask. 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Create an automated cybersecurity monitoring dashboard.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dirty="0"/>
              <a:t>Improve prediction accuracy with additional security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9271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244</TotalTime>
  <Words>431</Words>
  <Application>Microsoft Office PowerPoint</Application>
  <PresentationFormat>Widescreen</PresentationFormat>
  <Paragraphs>79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Cyberattack Trends by Sector</vt:lpstr>
      <vt:lpstr>Project Objective </vt:lpstr>
      <vt:lpstr>Dataset Information </vt:lpstr>
      <vt:lpstr>Project Workflow</vt:lpstr>
      <vt:lpstr>Data Cleaning and Import lib </vt:lpstr>
      <vt:lpstr>Exploratory Data Analysis</vt:lpstr>
      <vt:lpstr>Machine Learning Approach </vt:lpstr>
      <vt:lpstr>Dashboard Components</vt:lpstr>
      <vt:lpstr>Conclusion</vt:lpstr>
      <vt:lpstr>Future Scope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Bhadouria</dc:creator>
  <cp:lastModifiedBy>Simran Bhadouria</cp:lastModifiedBy>
  <cp:revision>1</cp:revision>
  <dcterms:created xsi:type="dcterms:W3CDTF">2026-06-09T02:40:36Z</dcterms:created>
  <dcterms:modified xsi:type="dcterms:W3CDTF">2026-06-09T06:45:02Z</dcterms:modified>
</cp:coreProperties>
</file>